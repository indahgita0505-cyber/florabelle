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954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5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371600" y="914400"/>
            <a:ext cx="9448495" cy="50292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266590" y="1371600"/>
            <a:ext cx="3657600" cy="457200"/>
          </a:xfrm>
          <a:prstGeom prst="roundRect">
            <a:avLst/>
          </a:prstGeom>
          <a:solidFill>
            <a:srgbClr val="FDF2F8"/>
          </a:solidFill>
          <a:ln w="1905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B2777"/>
                </a:solidFill>
                <a:latin typeface="Segoe UI"/>
              </a:defRPr>
            </a:pPr>
            <a:r>
              <a:t>✨ PROPOSAL &amp; DOKUMENTASI SISTEM 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2011680"/>
            <a:ext cx="8534095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DB2777"/>
                </a:solidFill>
                <a:latin typeface="Georgia"/>
              </a:defRPr>
            </a:pPr>
            <a:r>
              <a:t>🌸 Florabelle.id Palu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200400"/>
            <a:ext cx="85340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334155"/>
                </a:solidFill>
                <a:latin typeface="Segoe UI"/>
              </a:defRPr>
            </a:pPr>
            <a:r>
              <a:t>Platform E-Commerce Florist &amp; Gift Shop Modern Berbasis Web</a:t>
            </a:r>
            <a:br/>
            <a:r>
              <a:t>di Kota Palu, Sulawesi Tengah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114800"/>
            <a:ext cx="2560320" cy="411480"/>
          </a:xfrm>
          <a:prstGeom prst="round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DB2777"/>
                </a:solidFill>
                <a:latin typeface="Segoe UI"/>
              </a:defRPr>
            </a:pPr>
            <a:r>
              <a:t>🌹 Fresh &amp; Dried Flowers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846320" y="4114800"/>
            <a:ext cx="2560320" cy="41148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9333EA"/>
                </a:solidFill>
                <a:latin typeface="Segoe UI"/>
              </a:defRPr>
            </a:pPr>
            <a:r>
              <a:t>💌 Custom Greeting Card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589520" y="4114800"/>
            <a:ext cx="2560320" cy="41148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A34A"/>
                </a:solidFill>
                <a:latin typeface="Segoe UI"/>
              </a:defRPr>
            </a:pPr>
            <a:r>
              <a:t>🛵 Grab Express Palu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120640"/>
            <a:ext cx="85340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>
                <a:solidFill>
                  <a:srgbClr val="64748B"/>
                </a:solidFill>
                <a:latin typeface="Segoe UI"/>
              </a:defRPr>
            </a:pPr>
            <a:r>
              <a:t>Crafted with Love &amp; Technology 💖 · Laravel 11/13 + React Inertia + Tailwind CSS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KONTEKS &amp; MASALAH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🌿 Latar Belakang Dibuatnya Florabelle.id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1F6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DB2777"/>
                </a:solidFill>
                <a:latin typeface="Georgia"/>
              </a:defRPr>
            </a:pPr>
            <a:r>
              <a:t>📍 Kebutuhan Florist di Kota Palu</a:t>
            </a:r>
          </a:p>
          <a:p>
            <a:pPr>
              <a:lnSpc>
                <a:spcPct val="130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t>Tingginya antusiasme masyarakat Palu untuk merayakan momen spesial (Wisuda Untad/kampus lokal, Ulang Tahun, Anniversary, Sempro, &amp; Event Bisnis) yang membutuhkan hadiah buket bunga berkualitas.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DC2626"/>
                </a:solidFill>
                <a:latin typeface="Georgia"/>
              </a:defRPr>
            </a:pPr>
            <a:r>
              <a:t>📱 Kendala Pemesanan Manual (DM/WA)</a:t>
            </a:r>
          </a:p>
          <a:p>
            <a:pPr>
              <a:lnSpc>
                <a:spcPct val="130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t>Pemesanan tradisional via chat rawan terjadi salah rekap alamat, keterlambatan respons admin saat jam sibuk, harga ongkir yang tidak transparan, dan kartu ucapan yang sering tertukar.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20040" tIns="365760" rIns="320040" rtlCol="0" anchor="ctr"/>
          <a:lstStyle/>
          <a:p>
            <a:pPr algn="ctr">
              <a:spcAft>
                <a:spcPts val="1400"/>
              </a:spcAft>
              <a:defRPr sz="1600" b="1">
                <a:solidFill>
                  <a:srgbClr val="16A34A"/>
                </a:solidFill>
                <a:latin typeface="Georgia"/>
              </a:defRPr>
            </a:pPr>
            <a:r>
              <a:t>🛍️ Solusi Digital Florabelle.id</a:t>
            </a:r>
          </a:p>
          <a:p>
            <a:pPr>
              <a:lnSpc>
                <a:spcPct val="130000"/>
              </a:lnSpc>
              <a:defRPr sz="1300">
                <a:solidFill>
                  <a:srgbClr val="334155"/>
                </a:solidFill>
                <a:latin typeface="Segoe UI"/>
              </a:defRPr>
            </a:pPr>
            <a:r>
              <a:t>Menghadirkan website e-commerce modern 24/7 dengan katalog interaktif, kustomisasi buket, catatan kartu ucapan otomatis, perhitungan ongkir lokal akurat, dan pelacakan pesanan.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VISI &amp; TARGET SISTEM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🎯 Tujuan Pengembangan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1005840" y="2103120"/>
            <a:ext cx="685800" cy="685800"/>
          </a:xfrm>
          <a:prstGeom prst="round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B2777"/>
                </a:solidFill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34155"/>
                </a:solidFill>
                <a:latin typeface="Georgia"/>
              </a:defRPr>
            </a:pPr>
            <a:r>
              <a:t>Digitalisasi &amp; Transaksi 24/7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Memberikan akses belanja buket bunga kapan saja tanpa harus menunggu balasan chat manual admin toko.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82880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446520" y="2103120"/>
            <a:ext cx="685800" cy="68580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9333EA"/>
                </a:solidFill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69480" y="201168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34155"/>
                </a:solidFill>
                <a:latin typeface="Georgia"/>
              </a:defRPr>
            </a:pPr>
            <a:r>
              <a:t>Personalisasi Pesan &amp; Buket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Menyediakan fitur gratis kartu ucapan (Greeting Card) &amp; request custom kertas/pita buket sesuai selera.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690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1005840" y="4343400"/>
            <a:ext cx="685800" cy="6858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D97706"/>
                </a:solidFill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25196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34155"/>
                </a:solidFill>
                <a:latin typeface="Georgia"/>
              </a:defRPr>
            </a:pPr>
            <a:r>
              <a:t>Otomatisasi Stok &amp; Keranjang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Sinkronisasi database realtime untuk menghindari overselling (stok habis) dan kemudahan kalkulasi total.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4069080"/>
            <a:ext cx="5212080" cy="20574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446520" y="4343400"/>
            <a:ext cx="685800" cy="68580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16A34A"/>
                </a:solidFill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4251960"/>
            <a:ext cx="3840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334155"/>
                </a:solidFill>
                <a:latin typeface="Georgia"/>
              </a:defRPr>
            </a:pPr>
            <a:r>
              <a:t>Integrasi Pengiriman Kota Palu</a:t>
            </a:r>
          </a:p>
          <a:p>
            <a:pPr>
              <a:lnSpc>
                <a:spcPct val="120000"/>
              </a:lnSpc>
              <a:defRPr sz="1200">
                <a:solidFill>
                  <a:srgbClr val="64748B"/>
                </a:solidFill>
                <a:latin typeface="Segoe UI"/>
              </a:defRPr>
            </a:pPr>
            <a:r>
              <a:t>Menghitung estimasi tarif Grab Express Palu secara akurat untuk pengiriman kilat tepat waktu ke customer.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TEKNOLOGI &amp;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💻 Tech Stack &amp; Arsitektur Website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14400" y="2011680"/>
            <a:ext cx="2194560" cy="1005840"/>
          </a:xfrm>
          <a:prstGeom prst="roundRect">
            <a:avLst/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C2626"/>
                </a:solidFill>
                <a:latin typeface="Georgia"/>
              </a:defRPr>
            </a:pPr>
            <a:r>
              <a:t>🐘 Laravel 11/13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Backend Framework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Menyediakan arsitektur MVC yang kokoh, ORM Eloquent yang kuat, autentikasi aman, dan manajemen database relasional yang andal.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3611880" y="2011680"/>
            <a:ext cx="2194560" cy="1005840"/>
          </a:xfrm>
          <a:prstGeom prst="roundRect">
            <a:avLst/>
          </a:prstGeom>
          <a:solidFill>
            <a:srgbClr val="EEF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4F46E5"/>
                </a:solidFill>
                <a:latin typeface="Georgia"/>
              </a:defRPr>
            </a:pPr>
            <a:r>
              <a:t>⚡ Inertia.js + React 18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Frontend Monolith SPA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1188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Menghadirkan pengalaman Single Page Application yang super cepat dan responsif tanpa repot membangun REST API terpisah.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6309360" y="2011680"/>
            <a:ext cx="2194560" cy="1005840"/>
          </a:xfrm>
          <a:prstGeom prst="round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284C7"/>
                </a:solidFill>
                <a:latin typeface="Georgia"/>
              </a:defRPr>
            </a:pPr>
            <a:r>
              <a:t>🎨 Tailwind CSS 3/4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Modern Styling &amp; UI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Menciptakan antarmuka yang sangat cantik, mobile-first, bertema pastel floral dengan micro-interaction yang ramah pengguna.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23960" y="1828800"/>
            <a:ext cx="2560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9006840" y="2011680"/>
            <a:ext cx="2194560" cy="10058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Georgia"/>
              </a:defRPr>
            </a:pPr>
            <a:r>
              <a:t>🗄️ MySQL &amp; Vite</a:t>
            </a:r>
          </a:p>
          <a:p>
            <a:pPr algn="ctr">
              <a:defRPr sz="1000">
                <a:solidFill>
                  <a:srgbClr val="334155"/>
                </a:solidFill>
              </a:defRPr>
            </a:pPr>
            <a:r>
              <a:t>Database &amp; Tooling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06840" y="3108960"/>
            <a:ext cx="219456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Penyimpanan data produk, keranjang, &amp; order terstruktur dengan Hot Module Replacement (HMR) berkecepatan tinggi saat development.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DAMPAK &amp; VALUE PROPOSITION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🎁 Manfaat Website untuk Semua Pihak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960120" y="2011680"/>
            <a:ext cx="2971800" cy="548640"/>
          </a:xfrm>
          <a:prstGeom prst="round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DB2777"/>
                </a:solidFill>
                <a:latin typeface="Georgia"/>
              </a:defRPr>
            </a:pPr>
            <a:r>
              <a:t>💖 Bagi Pelanggan (Customer)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Belanja praktis 24 jam tanpa perlu menunggu admin membalas chat.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Katalog visual lengkap dengan foto berkualitas tinggi &amp; filter kategori.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Gratis kartu ucapan dengan input pesan langsung di keranjang belanja.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Perhitungan harga dan ongkir Grab Palu yang transparan.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2880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2971800" cy="548640"/>
          </a:xfrm>
          <a:prstGeom prst="round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9333EA"/>
                </a:solidFill>
                <a:latin typeface="Georgia"/>
              </a:defRPr>
            </a:pPr>
            <a:r>
              <a:t>🏪 Bagi Pemilik Toko (Florist)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Pencatatan pesanan otomatis dan tersusun rapi di database.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Mengurangi risiko human-error (salah catat nama, alamat, atau pesan kartu).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Manajemen stok realtime sehingga terhindar dari stok kosong.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Meningkatkan branding &amp; kredibilitas toko bunga terdepan di Palu.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955280" y="1828800"/>
            <a:ext cx="34290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8183880" y="2011680"/>
            <a:ext cx="2971800" cy="548640"/>
          </a:xfrm>
          <a:prstGeom prst="round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16A34A"/>
                </a:solidFill>
                <a:latin typeface="Georgia"/>
              </a:defRPr>
            </a:pPr>
            <a:r>
              <a:t>🛵 Bagi Kurir &amp; Logistik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83880" y="2651760"/>
            <a:ext cx="297180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Format alamat &amp; nomor WhatsApp penerima tersimpan sangat jelas.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Kemudahan koordinasi pengiriman instan di seluruh area Kota Palu.</a:t>
            </a:r>
          </a:p>
          <a:p>
            <a:pPr>
              <a:lnSpc>
                <a:spcPct val="120000"/>
              </a:lnSpc>
              <a:spcAft>
                <a:spcPts val="800"/>
              </a:spcAft>
              <a:defRPr sz="1150">
                <a:solidFill>
                  <a:srgbClr val="334155"/>
                </a:solidFill>
                <a:latin typeface="Segoe UI"/>
              </a:defRPr>
            </a:pPr>
            <a:r>
              <a:t>• Efisiensi waktu pengantaran untuk menjaga kesegaran bunga.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STRATEGIC EVALUATION ·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📊 Analisis SWOT (Kekuatan &amp; Kelemahan)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16A34A"/>
                </a:solidFill>
                <a:latin typeface="Georgia"/>
              </a:defRPr>
            </a:pPr>
            <a:r>
              <a:t>💪 STRENGTHS (Kekuatan)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✓ 🎨 Desain Modern &amp; Estetik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Tampilan pastel floral yang memikat generasi muda (Gen Z &amp; Milenial).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✓ ⚡ Sinkronisasi Dinamis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State keranjang dan badge notifikasi realtime berbasis Laravel + Inertia.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✓ 💐 Variasi Produk Lengkap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Menyediakan buket bunga segar, bunga kering (dried), bloom box, hingga bunga artifisial.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✓ 🛵 Spesialisasi Lokal Palu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Optimalisasi pengiriman instan menjangkau seluruh kecamatan di Palu.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DC2626"/>
                </a:solidFill>
                <a:latin typeface="Georgia"/>
              </a:defRPr>
            </a:pPr>
            <a:r>
              <a:t>⚠️ WEAKNESSES (Kelemahan)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• 🌐 Ketergantungan Internet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Pelanggan harus memiliki koneksi internet untuk mengakses katalog web.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• 🥀 Sifat Bunga Perishable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Bunga segar memiliki masa simpan terbatas, menuntut akurasi perkiraan stok.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• 💳 Gateway Otomatis Masih Terbatas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Saat ini pemesanan diarahkan ke WhatsApp/transfer manual sebelum integrasi full PG.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• 📱 Belum Ada Aplikasi Native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Saat ini masih berbasis Progressive Web App (PWA)/Mobile Browser.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STRATEGIC EVALUATION · PART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📊 Analisis SWOT (Peluang &amp; Ancaman)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5212080" cy="4389120"/>
          </a:xfrm>
          <a:prstGeom prst="roundRect">
            <a:avLst/>
          </a:prstGeom>
          <a:solidFill>
            <a:srgbClr val="EEF2FF"/>
          </a:solidFill>
          <a:ln w="19050"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4F46E5"/>
                </a:solidFill>
                <a:latin typeface="Georgia"/>
              </a:defRPr>
            </a:pPr>
            <a:r>
              <a:t>🌟 OPPORTUNITIES (Peluang)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★ 🎓 Pasar Wisuda &amp; Kampus Luas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Ribuan mahasiswa di Untad, UIN Datokarama, dll. yang merayakan wisuda &amp; yudisium berkala.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★ 🤝 Kemitraan EO &amp; Wedding Planner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Peluang kerja sama dekorasi bunga panggung, standing flower, dan buket pengantin.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★ 🎁 Ekspansi Kategori Produk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Penambahan bundling cokelat, boneka wisuda, hampers hari raya (Idul Fitri/Natal), dan kue.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★ 📈 Tren Belanja Online Palu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Pertumbuhan adopsi e-commerce lokal di Sulawesi Tengah yang semakin pesat.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828800"/>
            <a:ext cx="5212080" cy="4389120"/>
          </a:xfrm>
          <a:prstGeom prst="roundRect">
            <a:avLst/>
          </a:prstGeom>
          <a:solidFill>
            <a:srgbClr val="FEF3C7"/>
          </a:solidFill>
          <a:ln w="19050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0" tIns="320040" rIns="365760" rtlCol="0" anchor="ctr"/>
          <a:lstStyle/>
          <a:p>
            <a:pPr algn="ctr">
              <a:spcAft>
                <a:spcPts val="1200"/>
              </a:spcAft>
              <a:defRPr sz="1800" b="1">
                <a:solidFill>
                  <a:srgbClr val="D97706"/>
                </a:solidFill>
                <a:latin typeface="Georgia"/>
              </a:defRPr>
            </a:pPr>
            <a:r>
              <a:t>🛡️ THREATS (Ancaman)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▲ ✈️ Pasokan &amp; Logistik Bunga Impor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Keterlambatan kargo penerbangan bunga dari Malang/Bandung dapat mempengaruhi stok.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▲ 🏪 Persaingan Florist Tradisional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Kompetitor lama yang menawarkan harga perang murah tanpa sistem.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▲ 🌦️ Kondisi Cuaca Ekstrem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Musim hujan di Kota Palu yang dapat menghambat kurir pengantaran instan.</a:t>
            </a:r>
          </a:p>
          <a:p>
            <a:pPr>
              <a:defRPr sz="1300" b="1">
                <a:solidFill>
                  <a:srgbClr val="334155"/>
                </a:solidFill>
                <a:latin typeface="Segoe UI"/>
              </a:defRPr>
            </a:pPr>
            <a:r>
              <a:t>▲ 📉 Fluktuasi Harga Bunga Saat Musim Puncak</a:t>
            </a:r>
          </a:p>
          <a:p>
            <a:pPr>
              <a:spcAft>
                <a:spcPts val="600"/>
              </a:spcAft>
              <a:defRPr sz="1100">
                <a:solidFill>
                  <a:srgbClr val="64748B"/>
                </a:solidFill>
                <a:latin typeface="Segoe UI"/>
              </a:defRPr>
            </a:pPr>
            <a:r>
              <a:t>Kenaikan harga bahan baku bunga saat Valentine, Hari Ibu, dan musim wisuda.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1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DB2777"/>
                </a:solidFill>
                <a:latin typeface="Segoe UI"/>
              </a:defRPr>
            </a:pPr>
            <a:r>
              <a:t>PENUTUP &amp; LANGKAH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334155"/>
                </a:solidFill>
                <a:latin typeface="Georgia"/>
              </a:defRPr>
            </a:pPr>
            <a:r>
              <a:t>🎀 Kesimpulan &amp; Rencana Pengembangan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08760"/>
            <a:ext cx="1371600" cy="54864"/>
          </a:xfrm>
          <a:prstGeom prst="roundRect">
            <a:avLst/>
          </a:prstGeom>
          <a:solidFill>
            <a:srgbClr val="F472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3429000" cy="3108960"/>
          </a:xfrm>
          <a:prstGeom prst="roundRect">
            <a:avLst/>
          </a:prstGeom>
          <a:solidFill>
            <a:srgbClr val="FFF1F6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DB2777"/>
                </a:solidFill>
                <a:latin typeface="Georgia"/>
              </a:defRPr>
            </a:pPr>
            <a:r>
              <a:t>🌸 Transformasi Digital Florist</a:t>
            </a:r>
          </a:p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Florabelle.id sukses memodernisasi cara warga Kota Palu memesan bunga dan kado spesial dengan antarmuka yang cepat, estetik, dan menyenangkan.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828800"/>
            <a:ext cx="3429000" cy="3108960"/>
          </a:xfrm>
          <a:prstGeom prst="roundRect">
            <a:avLst/>
          </a:prstGeom>
          <a:solidFill>
            <a:srgbClr val="F3E8FF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9333EA"/>
                </a:solidFill>
                <a:latin typeface="Georgia"/>
              </a:defRPr>
            </a:pPr>
            <a:r>
              <a:t>💎 Efisiensi &amp; Kepuasan Pelanggan</a:t>
            </a:r>
          </a:p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Mengatasi kendala salah rekap, stok realtime, dan pesan kartu ucapan yang rapi, menghasilkan pengalaman belanja bintang lima.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955280" y="1828800"/>
            <a:ext cx="3429000" cy="310896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FBC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Ins="274320" rtlCol="0" anchor="ctr"/>
          <a:lstStyle/>
          <a:p>
            <a:pPr algn="ctr">
              <a:spcAft>
                <a:spcPts val="1000"/>
              </a:spcAft>
              <a:defRPr sz="1500" b="1">
                <a:solidFill>
                  <a:srgbClr val="16A34A"/>
                </a:solidFill>
                <a:latin typeface="Georgia"/>
              </a:defRPr>
            </a:pPr>
            <a:r>
              <a:t>🚀 Roadmap Masa Depan</a:t>
            </a:r>
          </a:p>
          <a:p>
            <a:pPr>
              <a:lnSpc>
                <a:spcPct val="130000"/>
              </a:lnSpc>
              <a:defRPr sz="1200">
                <a:solidFill>
                  <a:srgbClr val="334155"/>
                </a:solidFill>
                <a:latin typeface="Segoe UI"/>
              </a:defRPr>
            </a:pPr>
            <a:r>
              <a:t>Integrasi Payment Gateway Otomatis (QRIS / Midtrans), pelacakan posisi kurir realtime, dan program membership poin loyalitas.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120640"/>
            <a:ext cx="10728655" cy="11887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472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spcAft>
                <a:spcPts val="400"/>
              </a:spcAft>
              <a:defRPr sz="1800" b="1">
                <a:solidFill>
                  <a:srgbClr val="DB2777"/>
                </a:solidFill>
                <a:latin typeface="Georgia"/>
              </a:defRPr>
            </a:pPr>
            <a:r>
              <a:t>“Florabelle.id — Mekarkan Setiap Momen Berharga di Kota Palu 💖”</a:t>
            </a:r>
          </a:p>
          <a:p>
            <a:pPr algn="ctr">
              <a:defRPr sz="1200">
                <a:solidFill>
                  <a:srgbClr val="64748B"/>
                </a:solidFill>
                <a:latin typeface="Segoe UI"/>
              </a:defRPr>
            </a:pPr>
            <a:r>
              <a:t>Terima Kasih! ✨ Let's Bloom Together with Florabelle.id ✨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994</Words>
  <Application>Microsoft Office PowerPoint</Application>
  <PresentationFormat>Widescreen</PresentationFormat>
  <Paragraphs>109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Indah Gita</cp:lastModifiedBy>
  <cp:revision>1</cp:revision>
  <dcterms:created xsi:type="dcterms:W3CDTF">2013-01-27T09:14:16Z</dcterms:created>
  <dcterms:modified xsi:type="dcterms:W3CDTF">2026-09-14T12:52:47Z</dcterms:modified>
  <cp:category/>
</cp:coreProperties>
</file>